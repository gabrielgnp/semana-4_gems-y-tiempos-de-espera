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6"/>
  </p:notesMasterIdLst>
  <p:sldIdLst>
    <p:sldId id="256" r:id="rId2"/>
    <p:sldId id="258" r:id="rId3"/>
    <p:sldId id="257" r:id="rId4"/>
    <p:sldId id="290" r:id="rId5"/>
  </p:sldIdLst>
  <p:sldSz cx="12192000" cy="6858000"/>
  <p:notesSz cx="6858000" cy="9144000"/>
  <p:embeddedFontLst>
    <p:embeddedFont>
      <p:font typeface="Archivo" panose="020B0604020202020204" charset="0"/>
      <p:regular r:id="rId7"/>
      <p:bold r:id="rId8"/>
      <p:italic r:id="rId9"/>
      <p:boldItalic r:id="rId10"/>
    </p:embeddedFont>
    <p:embeddedFont>
      <p:font typeface="Archivo ExtraBold" panose="020B0604020202020204" charset="0"/>
      <p:bold r:id="rId11"/>
      <p:boldItalic r:id="rId12"/>
    </p:embeddedFont>
    <p:embeddedFont>
      <p:font typeface="Archivo Light" panose="020B0604020202020204" charset="0"/>
      <p:regular r:id="rId13"/>
      <p:bold r:id="rId14"/>
      <p:italic r:id="rId15"/>
      <p:boldItalic r:id="rId16"/>
    </p:embeddedFont>
    <p:embeddedFont>
      <p:font typeface="Inter" panose="020B0604020202020204" charset="0"/>
      <p:regular r:id="rId17"/>
      <p:bold r:id="rId18"/>
      <p:italic r:id="rId19"/>
      <p:boldItalic r:id="rId20"/>
    </p:embeddedFont>
    <p:embeddedFont>
      <p:font typeface="Inter Medium" panose="020B0604020202020204" charset="0"/>
      <p:regular r:id="rId21"/>
      <p:bold r:id="rId22"/>
      <p:italic r:id="rId23"/>
      <p:boldItalic r:id="rId24"/>
    </p:embeddedFont>
  </p:embeddedFontLst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1" roundtripDataSignature="AMtx7mgRIfC3IOTSa1CmiUdIdvghPDL28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IS OSPINO HERRERA" initials="LO" lastIdx="1" clrIdx="0">
    <p:extLst>
      <p:ext uri="{19B8F6BF-5375-455C-9EA6-DF929625EA0E}">
        <p15:presenceInfo xmlns:p15="http://schemas.microsoft.com/office/powerpoint/2012/main" userId="S::lantonioospino@unicesar.edu.co::2b3b4db5-659b-4dbc-ab9f-3121a6d2c44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font" Target="fonts/font12.fntdata"/><Relationship Id="rId72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font" Target="fonts/font15.fntdata"/><Relationship Id="rId76" Type="http://schemas.openxmlformats.org/officeDocument/2006/relationships/tableStyles" Target="tableStyles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font" Target="fonts/font11.fntdata"/><Relationship Id="rId71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10.fntdata"/><Relationship Id="rId20" Type="http://schemas.openxmlformats.org/officeDocument/2006/relationships/font" Target="fonts/font14.fntdata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24" Type="http://schemas.openxmlformats.org/officeDocument/2006/relationships/font" Target="fonts/font18.fntdata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9.fntdata"/><Relationship Id="rId23" Type="http://schemas.openxmlformats.org/officeDocument/2006/relationships/font" Target="fonts/font17.fntdata"/><Relationship Id="rId10" Type="http://schemas.openxmlformats.org/officeDocument/2006/relationships/font" Target="fonts/font4.fntdata"/><Relationship Id="rId19" Type="http://schemas.openxmlformats.org/officeDocument/2006/relationships/font" Target="fonts/font13.fntdata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Relationship Id="rId22" Type="http://schemas.openxmlformats.org/officeDocument/2006/relationships/font" Target="fonts/font16.fntdata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3-05T17:02:14.969" idx="1">
    <p:pos x="10" y="10"/>
    <p:text>- Sincronización de carga: Evita que el script falle cuando un elemento (botón, campo, texto) tarda en aparecer tras una acción o carga de página.
- Elementos dinámicos: Gestiona la carga asíncrona (AJAX/JS) al esperar el tiempo definido antes de lanzar un error, permitiendo que la interfaz termine de renderizarse.
- Frágilidad del script: Reduce drásticamente la necesidad de usar esperas fijas inseguras como Thread.sleep().</p:text>
    <p:extLst>
      <p:ext uri="{C676402C-5697-4E1C-873F-D02D1690AC5C}">
        <p15:threadingInfo xmlns:p15="http://schemas.microsoft.com/office/powerpoint/2012/main" timeZoneBias="30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" name="Google Shape;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" name="Google Shape;2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09" name="Google Shape;609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6BFC7-A8AF-4833-2E77-5F212CEE94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63D46D-B638-2628-91AA-5D84848844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BB80A-4C10-9040-009F-AE92F844D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027A1-230A-4370-932C-6A2558375FD2}" type="datetimeFigureOut">
              <a:rPr lang="es-CO" smtClean="0"/>
              <a:t>5/03/2026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8E060-B0E5-DA93-1766-A36909DD8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A6B638-32C9-0E73-70B9-4015FDAA7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3199E-1EC1-41BF-AFDA-7B51E15CD775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722747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E38FF-E0D9-C414-7B87-507B6B10E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4AC9ED-E2B4-D3DF-F31F-FDE360B7D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FF4B58-E7DF-7C43-D22D-16F25DF08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027A1-230A-4370-932C-6A2558375FD2}" type="datetimeFigureOut">
              <a:rPr lang="es-CO" smtClean="0"/>
              <a:t>5/03/2026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C0B99-6053-51EB-70E2-1DB73477A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E1999-651F-2C42-C874-BE6BC58E0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3199E-1EC1-41BF-AFDA-7B51E15CD775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249357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590A8-E474-7430-F7A3-61A0C15A0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5CF093-838D-EDC5-5104-30DDE5F33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5D363B-66A4-01E9-13AE-476AAAA3C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027A1-230A-4370-932C-6A2558375FD2}" type="datetimeFigureOut">
              <a:rPr lang="es-CO" smtClean="0"/>
              <a:t>5/03/2026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5F8581-0EB1-D1BF-F210-005C6502E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EDF83F-45A1-F6AB-7E1F-48826F4A9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3199E-1EC1-41BF-AFDA-7B51E15CD775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7917380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0AAE6-4589-2849-1C95-CAB876E1A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9CE81-ABBE-5A22-59AA-E6B4D7ADB9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4AB83-5BFA-942E-2BCA-069140ABF3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865571-27C0-72AE-52C2-7DA43281D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027A1-230A-4370-932C-6A2558375FD2}" type="datetimeFigureOut">
              <a:rPr lang="es-CO" smtClean="0"/>
              <a:t>5/03/2026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A1A876-DAB7-9AF4-0B07-5AA103740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4C4B30-BEFC-0ADD-1FB1-9A3AC4DD4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3199E-1EC1-41BF-AFDA-7B51E15CD775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2811873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D14A6-3E07-B8F3-6816-74BB01E35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B062A3-8431-1037-DEB8-FD86DFEA39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95341F-D7B1-F0FD-D803-B6DBEB609B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221586-060B-F048-A924-9F1D17AEF2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0F36A85-0D8F-11E3-B4EE-67F6EA87EE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9DBFE0-0438-E5E5-7606-D3325C381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027A1-230A-4370-932C-6A2558375FD2}" type="datetimeFigureOut">
              <a:rPr lang="es-CO" smtClean="0"/>
              <a:t>5/03/2026</a:t>
            </a:fld>
            <a:endParaRPr lang="es-C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F09DE7-7579-1B2B-EA01-CB1270667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9576DB-FC95-D265-C354-DEF4D29E7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3199E-1EC1-41BF-AFDA-7B51E15CD775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4209128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46160-476F-D6CD-9AB1-D82C53D93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BE33A6-D3A3-6679-F83B-C6C648B67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027A1-230A-4370-932C-6A2558375FD2}" type="datetimeFigureOut">
              <a:rPr lang="es-CO" smtClean="0"/>
              <a:t>5/03/2026</a:t>
            </a:fld>
            <a:endParaRPr lang="es-C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BCB3D2-F7ED-2A25-6552-666B56192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A4837-F995-8BB4-2D02-26145C129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3199E-1EC1-41BF-AFDA-7B51E15CD775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6830798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28E016-76D3-B41C-CE1F-302ACB2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027A1-230A-4370-932C-6A2558375FD2}" type="datetimeFigureOut">
              <a:rPr lang="es-CO" smtClean="0"/>
              <a:t>5/03/2026</a:t>
            </a:fld>
            <a:endParaRPr lang="es-C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2CED97-9D96-9376-0761-6AE594144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83406D-52CD-7055-E66C-68DD3E111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3199E-1EC1-41BF-AFDA-7B51E15CD775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7071996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9454E-D560-61B4-E15F-F1FF7A40B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704A3-BF9C-DCEC-1394-720F2E0B3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52FD76-CC4C-CA94-46DE-A9E4B63D7B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C2F57D-E159-F59C-CB6D-5994A5F98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027A1-230A-4370-932C-6A2558375FD2}" type="datetimeFigureOut">
              <a:rPr lang="es-CO" smtClean="0"/>
              <a:t>5/03/2026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F971A3-1111-AAC8-380D-6CF1EF93E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19F897-F901-E2F7-C353-11F12A7E5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3199E-1EC1-41BF-AFDA-7B51E15CD775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7432239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2324B-32DD-3863-57C3-A70D50014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B614A6-DB5E-13FB-598C-B06B158B66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278667-403D-8B27-A310-29C2D82BDE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1D8499-F48F-EB99-9A15-01FCCD4F8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027A1-230A-4370-932C-6A2558375FD2}" type="datetimeFigureOut">
              <a:rPr lang="es-CO" smtClean="0"/>
              <a:t>5/03/2026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15E7EE-8CAC-242F-BE28-8C39D2915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F9635F-FCC5-B534-157D-F01512FD1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3199E-1EC1-41BF-AFDA-7B51E15CD775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3166612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8E9CE-4BDC-BA99-1461-BADF8923B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15D2CB-8588-A8E4-2836-6372EFA1DF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9CE65C-BB11-519C-1929-66DDC2234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027A1-230A-4370-932C-6A2558375FD2}" type="datetimeFigureOut">
              <a:rPr lang="es-CO" smtClean="0"/>
              <a:t>5/03/2026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959348-EF04-0C1A-8DC1-6058C5FD7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D994EE-E411-7D30-F328-33DC4B26F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3199E-1EC1-41BF-AFDA-7B51E15CD775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0093521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44F771-1075-30B1-1439-E333A2E829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D01FA2-DDF4-3D2B-0CC9-B2E0D79ED3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4C4AA8-6F71-FDB0-FB4D-381B48C5F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027A1-230A-4370-932C-6A2558375FD2}" type="datetimeFigureOut">
              <a:rPr lang="es-CO" smtClean="0"/>
              <a:t>5/03/2026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787BE-135F-EF18-767D-6130DA4D9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599DF7-8FC4-EE0D-7F02-B02181CF3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3199E-1EC1-41BF-AFDA-7B51E15CD775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6908597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 2">
  <p:cSld name="Portada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5536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 1">
  <p:cSld name="Portada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44121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 3">
  <p:cSld name="Portada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39292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 4">
  <p:cSld name="Portada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6216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501323-A6AE-89A1-C51E-BDCE75EF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91E275-8B83-2879-F8C4-5E0D88F86F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8809C-E237-7971-B02C-0BBFF01E06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027A1-230A-4370-932C-6A2558375FD2}" type="datetimeFigureOut">
              <a:rPr lang="es-CO" smtClean="0"/>
              <a:t>5/03/2026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31554-1ADD-D8F3-A0FA-F93292AC8F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05352-12F5-5F3A-CBC5-14310C6655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C3199E-1EC1-41BF-AFDA-7B51E15CD775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37102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5" Type="http://schemas.openxmlformats.org/officeDocument/2006/relationships/comments" Target="../comments/commen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6986" y="2503416"/>
            <a:ext cx="812800" cy="24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1"/>
          <p:cNvSpPr txBox="1"/>
          <p:nvPr/>
        </p:nvSpPr>
        <p:spPr>
          <a:xfrm>
            <a:off x="1249687" y="1300609"/>
            <a:ext cx="5229317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6000"/>
            </a:pPr>
            <a:r>
              <a:rPr lang="es-ES" sz="2800" b="1" dirty="0"/>
              <a:t>Automatizaciones de prueba</a:t>
            </a:r>
            <a:endParaRPr sz="28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 txBox="1"/>
          <p:nvPr/>
        </p:nvSpPr>
        <p:spPr>
          <a:xfrm>
            <a:off x="1249687" y="2380867"/>
            <a:ext cx="3531736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3000"/>
            </a:pPr>
            <a:r>
              <a:rPr lang="es-ES" sz="3200" b="1" dirty="0"/>
              <a:t>Esperas Implícitas en </a:t>
            </a:r>
            <a:r>
              <a:rPr lang="es-ES" sz="3200" b="1" dirty="0" err="1"/>
              <a:t>Selenium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26;p1">
            <a:extLst>
              <a:ext uri="{FF2B5EF4-FFF2-40B4-BE49-F238E27FC236}">
                <a16:creationId xmlns:a16="http://schemas.microsoft.com/office/drawing/2014/main" id="{AC15A610-7CA2-6DEE-63CE-C4DE479D65AD}"/>
              </a:ext>
            </a:extLst>
          </p:cNvPr>
          <p:cNvSpPr txBox="1"/>
          <p:nvPr/>
        </p:nvSpPr>
        <p:spPr>
          <a:xfrm>
            <a:off x="1249687" y="4511032"/>
            <a:ext cx="353173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3000"/>
            </a:pPr>
            <a:r>
              <a:rPr lang="es-CO" sz="14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Gabriel Perero</a:t>
            </a:r>
          </a:p>
          <a:p>
            <a:pPr lvl="0">
              <a:buSzPts val="3000"/>
            </a:pPr>
            <a:r>
              <a:rPr lang="es-CO" b="1" dirty="0"/>
              <a:t>Luis Ospino Herrera</a:t>
            </a:r>
            <a:endParaRPr sz="14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6" name="Picture 2" descr="Icono de Espera Generic color lineal-color | Freepik">
            <a:extLst>
              <a:ext uri="{FF2B5EF4-FFF2-40B4-BE49-F238E27FC236}">
                <a16:creationId xmlns:a16="http://schemas.microsoft.com/office/drawing/2014/main" id="{7F48FDC3-CCC8-EB5E-338D-02CD3C47CD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786" y="392777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"/>
          <p:cNvSpPr txBox="1"/>
          <p:nvPr/>
        </p:nvSpPr>
        <p:spPr>
          <a:xfrm>
            <a:off x="2526323" y="197029"/>
            <a:ext cx="3341077" cy="707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s-ES" sz="4000" b="1" dirty="0">
                <a:solidFill>
                  <a:srgbClr val="ED7402"/>
                </a:solidFill>
                <a:latin typeface="Archivo"/>
                <a:ea typeface="Archivo"/>
                <a:cs typeface="Archivo"/>
                <a:sym typeface="Archivo"/>
              </a:rPr>
              <a:t>Arquitectura</a:t>
            </a:r>
            <a:endParaRPr lang="es-ES" sz="4000" b="1" i="0" u="none" strike="noStrike" cap="none" dirty="0">
              <a:solidFill>
                <a:srgbClr val="ED7402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392F5F-E856-2CCC-C381-6FBEFAD110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29"/>
          <a:stretch>
            <a:fillRect/>
          </a:stretch>
        </p:blipFill>
        <p:spPr>
          <a:xfrm>
            <a:off x="2409825" y="904875"/>
            <a:ext cx="7372350" cy="54340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"/>
          <p:cNvSpPr txBox="1"/>
          <p:nvPr/>
        </p:nvSpPr>
        <p:spPr>
          <a:xfrm>
            <a:off x="468923" y="1562200"/>
            <a:ext cx="5229317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s-ES" sz="6000" b="1" i="0" u="none" strike="noStrike" cap="none" dirty="0">
                <a:solidFill>
                  <a:srgbClr val="ED7402"/>
                </a:solidFill>
                <a:latin typeface="Archivo"/>
                <a:ea typeface="Archivo"/>
                <a:cs typeface="Archivo"/>
                <a:sym typeface="Archivo"/>
              </a:rPr>
              <a:t>Problemática</a:t>
            </a:r>
          </a:p>
        </p:txBody>
      </p:sp>
      <p:sp>
        <p:nvSpPr>
          <p:cNvPr id="34" name="Google Shape;34;p2"/>
          <p:cNvSpPr txBox="1"/>
          <p:nvPr/>
        </p:nvSpPr>
        <p:spPr>
          <a:xfrm>
            <a:off x="553764" y="2737338"/>
            <a:ext cx="4791234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 panose="020B0604020202020204" pitchFamily="34" charset="0"/>
              <a:buChar char="•"/>
            </a:pPr>
            <a:r>
              <a:rPr lang="es-ES" sz="3000" b="0" i="0" u="none" strike="noStrike" cap="none" dirty="0">
                <a:latin typeface="Archivo Light"/>
                <a:ea typeface="Archivo Light"/>
                <a:cs typeface="Archivo Light"/>
                <a:sym typeface="Archivo Light"/>
              </a:rPr>
              <a:t>Sincronización de carga</a:t>
            </a:r>
            <a:endParaRPr lang="es-ES" sz="14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34;p2">
            <a:extLst>
              <a:ext uri="{FF2B5EF4-FFF2-40B4-BE49-F238E27FC236}">
                <a16:creationId xmlns:a16="http://schemas.microsoft.com/office/drawing/2014/main" id="{5CEEEEA9-321F-262F-C03E-F7EED6B0258C}"/>
              </a:ext>
            </a:extLst>
          </p:cNvPr>
          <p:cNvSpPr txBox="1"/>
          <p:nvPr/>
        </p:nvSpPr>
        <p:spPr>
          <a:xfrm>
            <a:off x="553764" y="3311517"/>
            <a:ext cx="4791234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 panose="020B0604020202020204" pitchFamily="34" charset="0"/>
              <a:buChar char="•"/>
            </a:pPr>
            <a:r>
              <a:rPr lang="es-ES" sz="3000" b="0" i="0" u="none" strike="noStrike" cap="none" dirty="0">
                <a:latin typeface="Archivo Light"/>
                <a:ea typeface="Archivo Light"/>
                <a:cs typeface="Archivo Light"/>
                <a:sym typeface="Archivo Light"/>
              </a:rPr>
              <a:t>Elementos dinámicos</a:t>
            </a:r>
            <a:endParaRPr lang="es-ES" sz="14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34;p2">
            <a:extLst>
              <a:ext uri="{FF2B5EF4-FFF2-40B4-BE49-F238E27FC236}">
                <a16:creationId xmlns:a16="http://schemas.microsoft.com/office/drawing/2014/main" id="{0FA84A89-4C57-F82E-9494-E50AFBDD4B7D}"/>
              </a:ext>
            </a:extLst>
          </p:cNvPr>
          <p:cNvSpPr txBox="1"/>
          <p:nvPr/>
        </p:nvSpPr>
        <p:spPr>
          <a:xfrm>
            <a:off x="553764" y="3865474"/>
            <a:ext cx="4791234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 panose="020B0604020202020204" pitchFamily="34" charset="0"/>
              <a:buChar char="•"/>
            </a:pPr>
            <a:r>
              <a:rPr lang="es-ES" sz="3000" b="0" i="0" u="none" strike="noStrike" cap="none" dirty="0">
                <a:latin typeface="Archivo Light"/>
                <a:ea typeface="Archivo Light"/>
                <a:cs typeface="Archivo Light"/>
                <a:sym typeface="Archivo Light"/>
              </a:rPr>
              <a:t>Fragilidad del script</a:t>
            </a:r>
            <a:endParaRPr lang="es-ES" sz="1400" b="0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2" name="Picture 4" descr="Pruebas de automatización - Iconos gratis de industria">
            <a:extLst>
              <a:ext uri="{FF2B5EF4-FFF2-40B4-BE49-F238E27FC236}">
                <a16:creationId xmlns:a16="http://schemas.microsoft.com/office/drawing/2014/main" id="{43A3B5E7-8C9E-490D-7077-A8F1D1178D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1559" y="1261204"/>
            <a:ext cx="4335592" cy="433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oogle Shape;24;p1">
            <a:extLst>
              <a:ext uri="{FF2B5EF4-FFF2-40B4-BE49-F238E27FC236}">
                <a16:creationId xmlns:a16="http://schemas.microsoft.com/office/drawing/2014/main" id="{E32EDD8E-DEFA-217F-A569-C15726051BC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25517" y="3014316"/>
            <a:ext cx="812800" cy="2451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35"/>
          <p:cNvSpPr txBox="1"/>
          <p:nvPr/>
        </p:nvSpPr>
        <p:spPr>
          <a:xfrm>
            <a:off x="370599" y="1145773"/>
            <a:ext cx="7177200" cy="1311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5975" tIns="115975" rIns="115975" bIns="1159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es-ES" sz="7000" b="1" i="0" u="none" strike="noStrike" cap="none">
                <a:solidFill>
                  <a:schemeClr val="lt1"/>
                </a:solidFill>
                <a:latin typeface="Archivo ExtraBold"/>
                <a:ea typeface="Archivo ExtraBold"/>
                <a:cs typeface="Archivo ExtraBold"/>
                <a:sym typeface="Archivo ExtraBold"/>
              </a:rPr>
              <a:t>¡Gracias!</a:t>
            </a:r>
            <a:endParaRPr sz="7000" b="1" i="0" u="none" strike="noStrike" cap="none">
              <a:solidFill>
                <a:schemeClr val="lt1"/>
              </a:solidFill>
              <a:latin typeface="Archivo ExtraBold"/>
              <a:ea typeface="Archivo ExtraBold"/>
              <a:cs typeface="Archivo ExtraBold"/>
              <a:sym typeface="Archivo ExtraBold"/>
            </a:endParaRPr>
          </a:p>
        </p:txBody>
      </p:sp>
      <p:sp>
        <p:nvSpPr>
          <p:cNvPr id="612" name="Google Shape;612;p35"/>
          <p:cNvSpPr txBox="1"/>
          <p:nvPr/>
        </p:nvSpPr>
        <p:spPr>
          <a:xfrm>
            <a:off x="9742941" y="3505270"/>
            <a:ext cx="23001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9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Blvr. Naciones Unidas, Quito 170135, Ecuador - Edificio Metropolitan</a:t>
            </a:r>
            <a:endParaRPr sz="1500" b="0" i="0" u="none" strike="noStrike" cap="none">
              <a:solidFill>
                <a:schemeClr val="dk1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endParaRPr sz="900" b="0" i="0" u="none" strike="noStrike" cap="non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3" name="Google Shape;613;p35"/>
          <p:cNvSpPr txBox="1"/>
          <p:nvPr/>
        </p:nvSpPr>
        <p:spPr>
          <a:xfrm>
            <a:off x="9742949" y="3222605"/>
            <a:ext cx="11223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600" b="1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Ecuador</a:t>
            </a:r>
            <a:endParaRPr sz="1600" b="1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4" name="Google Shape;614;p35"/>
          <p:cNvSpPr txBox="1"/>
          <p:nvPr/>
        </p:nvSpPr>
        <p:spPr>
          <a:xfrm>
            <a:off x="7650546" y="3505270"/>
            <a:ext cx="2127000" cy="207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s-ES" sz="9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Av. Paseo de la Reforma 284</a:t>
            </a:r>
            <a:endParaRPr sz="900" b="0" i="0" u="none" strike="noStrike" cap="non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5" name="Google Shape;615;p35"/>
          <p:cNvSpPr txBox="1"/>
          <p:nvPr/>
        </p:nvSpPr>
        <p:spPr>
          <a:xfrm>
            <a:off x="7650561" y="3228177"/>
            <a:ext cx="1469400" cy="31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600" b="1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México</a:t>
            </a:r>
            <a:endParaRPr sz="1600" b="1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6" name="Google Shape;616;p35"/>
          <p:cNvSpPr txBox="1"/>
          <p:nvPr/>
        </p:nvSpPr>
        <p:spPr>
          <a:xfrm>
            <a:off x="5718685" y="3246308"/>
            <a:ext cx="1452300" cy="315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s-ES" sz="1600" b="1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Medellín</a:t>
            </a:r>
            <a:endParaRPr sz="1600" b="1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7" name="Google Shape;617;p35"/>
          <p:cNvSpPr txBox="1"/>
          <p:nvPr/>
        </p:nvSpPr>
        <p:spPr>
          <a:xfrm>
            <a:off x="5729698" y="3505270"/>
            <a:ext cx="1469400" cy="207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s-ES" sz="9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Calle 12 # 30 – 80</a:t>
            </a:r>
            <a:endParaRPr sz="900" b="0" i="0" u="none" strike="noStrike" cap="non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8" name="Google Shape;618;p35"/>
          <p:cNvSpPr txBox="1"/>
          <p:nvPr/>
        </p:nvSpPr>
        <p:spPr>
          <a:xfrm>
            <a:off x="5729695" y="3902456"/>
            <a:ext cx="1295100" cy="315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s-ES" sz="1600" b="1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Bogotá</a:t>
            </a:r>
            <a:endParaRPr sz="1600" b="1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19" name="Google Shape;619;p35"/>
          <p:cNvSpPr txBox="1"/>
          <p:nvPr/>
        </p:nvSpPr>
        <p:spPr>
          <a:xfrm>
            <a:off x="5729699" y="4178460"/>
            <a:ext cx="1641900" cy="4847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s-ES" sz="9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Centro Empresarial Paralelo 108 Av. Carrera 45 No. 108-27 Torre 2 Oficina 1103</a:t>
            </a:r>
            <a:endParaRPr sz="900" b="0" i="0" u="none" strike="noStrike" cap="non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0" name="Google Shape;620;p35"/>
          <p:cNvSpPr txBox="1"/>
          <p:nvPr/>
        </p:nvSpPr>
        <p:spPr>
          <a:xfrm>
            <a:off x="7650531" y="3902456"/>
            <a:ext cx="1745610" cy="315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s-ES" sz="1600" b="1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USA Miami, FL</a:t>
            </a:r>
            <a:endParaRPr sz="1600" b="1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1" name="Google Shape;621;p35"/>
          <p:cNvSpPr txBox="1"/>
          <p:nvPr/>
        </p:nvSpPr>
        <p:spPr>
          <a:xfrm>
            <a:off x="7650551" y="4175325"/>
            <a:ext cx="1569900" cy="4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9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100 Southeast Third Avenue Suite 1000 Fort Lauderdale, FL 33394</a:t>
            </a:r>
            <a:endParaRPr sz="900" b="0" i="0" u="none" strike="noStrike" cap="non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2" name="Google Shape;622;p35"/>
          <p:cNvSpPr txBox="1"/>
          <p:nvPr/>
        </p:nvSpPr>
        <p:spPr>
          <a:xfrm>
            <a:off x="9742945" y="3904045"/>
            <a:ext cx="1295100" cy="315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s-ES" sz="1600" b="1" i="0" u="none" strike="noStrike" cap="non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Uruguay</a:t>
            </a:r>
            <a:endParaRPr sz="1600" b="1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3" name="Google Shape;623;p35"/>
          <p:cNvSpPr txBox="1"/>
          <p:nvPr/>
        </p:nvSpPr>
        <p:spPr>
          <a:xfrm>
            <a:off x="9742941" y="4175334"/>
            <a:ext cx="2127000" cy="2077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s-ES" sz="900" b="0" i="0" u="none" strike="noStrike" cap="non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Paysandú, Salto 916</a:t>
            </a:r>
            <a:endParaRPr sz="900" b="0" i="0" u="none" strike="noStrike" cap="non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624" name="Google Shape;624;p35"/>
          <p:cNvGrpSpPr/>
          <p:nvPr/>
        </p:nvGrpSpPr>
        <p:grpSpPr>
          <a:xfrm>
            <a:off x="-1" y="2985247"/>
            <a:ext cx="4615581" cy="2800939"/>
            <a:chOff x="-1" y="2203995"/>
            <a:chExt cx="5017276" cy="3044705"/>
          </a:xfrm>
        </p:grpSpPr>
        <p:sp>
          <p:nvSpPr>
            <p:cNvPr id="625" name="Google Shape;625;p35"/>
            <p:cNvSpPr/>
            <p:nvPr/>
          </p:nvSpPr>
          <p:spPr>
            <a:xfrm rot="10800000" flipH="1">
              <a:off x="-1" y="2203995"/>
              <a:ext cx="5017276" cy="3044705"/>
            </a:xfrm>
            <a:prstGeom prst="round1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26" name="Google Shape;626;p35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14085" y="2863446"/>
              <a:ext cx="3324717" cy="167789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627" name="Google Shape;627;p35" descr="Marcad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34339" y="3130750"/>
            <a:ext cx="407296" cy="407296"/>
          </a:xfrm>
          <a:prstGeom prst="rect">
            <a:avLst/>
          </a:prstGeom>
          <a:noFill/>
          <a:ln>
            <a:noFill/>
          </a:ln>
        </p:spPr>
      </p:pic>
      <p:pic>
        <p:nvPicPr>
          <p:cNvPr id="628" name="Google Shape;628;p35" descr="Marcad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34339" y="3782013"/>
            <a:ext cx="407296" cy="407296"/>
          </a:xfrm>
          <a:prstGeom prst="rect">
            <a:avLst/>
          </a:prstGeom>
          <a:noFill/>
          <a:ln>
            <a:noFill/>
          </a:ln>
        </p:spPr>
      </p:pic>
      <p:pic>
        <p:nvPicPr>
          <p:cNvPr id="629" name="Google Shape;629;p35" descr="Marcad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55236" y="3130750"/>
            <a:ext cx="407296" cy="407296"/>
          </a:xfrm>
          <a:prstGeom prst="rect">
            <a:avLst/>
          </a:prstGeom>
          <a:noFill/>
          <a:ln>
            <a:noFill/>
          </a:ln>
        </p:spPr>
      </p:pic>
      <p:pic>
        <p:nvPicPr>
          <p:cNvPr id="630" name="Google Shape;630;p35" descr="Marcad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55236" y="3782013"/>
            <a:ext cx="407296" cy="407296"/>
          </a:xfrm>
          <a:prstGeom prst="rect">
            <a:avLst/>
          </a:prstGeom>
          <a:noFill/>
          <a:ln>
            <a:noFill/>
          </a:ln>
        </p:spPr>
      </p:pic>
      <p:pic>
        <p:nvPicPr>
          <p:cNvPr id="631" name="Google Shape;631;p35" descr="Marcad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66908" y="3130750"/>
            <a:ext cx="407296" cy="407296"/>
          </a:xfrm>
          <a:prstGeom prst="rect">
            <a:avLst/>
          </a:prstGeom>
          <a:noFill/>
          <a:ln>
            <a:noFill/>
          </a:ln>
        </p:spPr>
      </p:pic>
      <p:pic>
        <p:nvPicPr>
          <p:cNvPr id="632" name="Google Shape;632;p35" descr="Marcado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66908" y="3782013"/>
            <a:ext cx="407296" cy="4072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Words>89</Words>
  <Application>Microsoft Office PowerPoint</Application>
  <PresentationFormat>Widescreen</PresentationFormat>
  <Paragraphs>22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Archivo</vt:lpstr>
      <vt:lpstr>Inter</vt:lpstr>
      <vt:lpstr>Inter Medium</vt:lpstr>
      <vt:lpstr>Calibri Light</vt:lpstr>
      <vt:lpstr>Archivo ExtraBold</vt:lpstr>
      <vt:lpstr>Archivo Light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LUIS OSPINO</dc:creator>
  <cp:lastModifiedBy>LUIS OSPINO HERRERA</cp:lastModifiedBy>
  <cp:revision>4</cp:revision>
  <dcterms:modified xsi:type="dcterms:W3CDTF">2026-03-06T02:11:46Z</dcterms:modified>
</cp:coreProperties>
</file>